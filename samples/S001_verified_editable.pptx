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001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50296" y="182199"/>
            <a:ext cx="1166698" cy="211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0B2B5D"/>
                </a:solidFill>
                <a:latin typeface="Noto Sans CJK SC"/>
              </a:rPr>
              <a:t>更强的表示能力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