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 S001. Original content source: project.json.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 S002. Original content source: project.json.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 S003. Original content source: project.json.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visual_ppt_studio/workspace/936f8550062e/images/S001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3440" y="1234440"/>
            <a:ext cx="670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NEURAL FUTURES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914400" y="28803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CBDA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research · Presentation demo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visual_ppt_studio/workspace/936f8550062e/images/S002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3440" y="1234440"/>
            <a:ext cx="670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TO IMPACT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914400" y="28803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CBDA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data to decisions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visual_ppt_studio/workspace/936f8550062e/images/S003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3440" y="1234440"/>
            <a:ext cx="670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NEXT CHAPTER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914400" y="28803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CBDA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Building what comes next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FUTURES</dc:title>
  <dc:subject>Source-bound editable PowerPoint presentation</dc:subject>
  <dc:creator>Visual PPT Studio</dc:creator>
  <cp:lastModifiedBy>Visual PPT Studio</cp:lastModifiedBy>
  <cp:revision>1</cp:revision>
  <dcterms:created xsi:type="dcterms:W3CDTF">2026-10-10T05:18:58Z</dcterms:created>
  <dcterms:modified xsi:type="dcterms:W3CDTF">2026-10-10T05:18:58Z</dcterms:modified>
</cp:coreProperties>
</file>